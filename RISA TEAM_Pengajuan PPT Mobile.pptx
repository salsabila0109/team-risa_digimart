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9" r:id="rId7"/>
    <p:sldId id="266" r:id="rId8"/>
    <p:sldId id="267" r:id="rId9"/>
    <p:sldId id="268" r:id="rId10"/>
    <p:sldId id="261" r:id="rId11"/>
    <p:sldId id="265" r:id="rId12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4"/>
      <p:bold r:id="rId15"/>
      <p:italic r:id="rId16"/>
      <p:boldItalic r:id="rId17"/>
    </p:embeddedFont>
    <p:embeddedFont>
      <p:font typeface="Fira Sans Extra Condensed" panose="020B0503050000020004" pitchFamily="3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7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1750" y="1830700"/>
            <a:ext cx="40938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4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1750" y="3856200"/>
            <a:ext cx="40938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000" rIns="91425" bIns="180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15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 Narrow"/>
              <a:buNone/>
              <a:defRPr sz="2500"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1" name="Google Shape;11;p2" descr="Slide Ke-#"/>
          <p:cNvSpPr txBox="1">
            <a:spLocks noGrp="1"/>
          </p:cNvSpPr>
          <p:nvPr>
            <p:ph type="subTitle" idx="2"/>
          </p:nvPr>
        </p:nvSpPr>
        <p:spPr>
          <a:xfrm>
            <a:off x="1397550" y="1492600"/>
            <a:ext cx="22536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ra Sans Extra Condensed"/>
              <a:buNone/>
              <a:defRPr sz="17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3"/>
          </p:nvPr>
        </p:nvSpPr>
        <p:spPr>
          <a:xfrm>
            <a:off x="711750" y="4100925"/>
            <a:ext cx="4093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 Narrow"/>
              <a:buNone/>
              <a:defRPr sz="15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 Narrow"/>
              <a:buNone/>
              <a:defRPr sz="1100"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398826" y="773476"/>
            <a:ext cx="1005300" cy="994500"/>
            <a:chOff x="186476" y="88226"/>
            <a:chExt cx="1005300" cy="994500"/>
          </a:xfrm>
        </p:grpSpPr>
        <p:sp>
          <p:nvSpPr>
            <p:cNvPr id="14" name="Google Shape;14;p2"/>
            <p:cNvSpPr/>
            <p:nvPr/>
          </p:nvSpPr>
          <p:spPr>
            <a:xfrm rot="5400000">
              <a:off x="191876" y="82826"/>
              <a:ext cx="994500" cy="1005300"/>
            </a:xfrm>
            <a:prstGeom prst="teardrop">
              <a:avLst>
                <a:gd name="adj" fmla="val 100000"/>
              </a:avLst>
            </a:prstGeom>
            <a:solidFill>
              <a:srgbClr val="E36414">
                <a:alpha val="21176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Google Shape;15;p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35452" y="231603"/>
              <a:ext cx="707341" cy="707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"/>
            <p:cNvSpPr/>
            <p:nvPr/>
          </p:nvSpPr>
          <p:spPr>
            <a:xfrm>
              <a:off x="640344" y="1042498"/>
              <a:ext cx="551400" cy="40200"/>
            </a:xfrm>
            <a:prstGeom prst="rect">
              <a:avLst/>
            </a:prstGeom>
            <a:solidFill>
              <a:srgbClr val="76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913676" y="764449"/>
              <a:ext cx="516000" cy="40200"/>
            </a:xfrm>
            <a:prstGeom prst="rect">
              <a:avLst/>
            </a:prstGeom>
            <a:solidFill>
              <a:srgbClr val="0035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p2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/>
          <p:nvPr/>
        </p:nvSpPr>
        <p:spPr>
          <a:xfrm>
            <a:off x="-4650" y="5053800"/>
            <a:ext cx="9153300" cy="8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8577225" y="4367250"/>
            <a:ext cx="571200" cy="654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8577225" y="4638545"/>
            <a:ext cx="571200" cy="50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32285" y="4440080"/>
            <a:ext cx="461194" cy="6545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2"/>
          <p:cNvSpPr txBox="1"/>
          <p:nvPr/>
        </p:nvSpPr>
        <p:spPr>
          <a:xfrm>
            <a:off x="7075275" y="4721650"/>
            <a:ext cx="150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d" sz="10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Ilmu Komputer</a:t>
            </a:r>
            <a:endParaRPr sz="1000" b="0" i="0" u="none" strike="noStrike" cap="none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judul 1">
  <p:cSld name="TITLE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ctrTitle"/>
          </p:nvPr>
        </p:nvSpPr>
        <p:spPr>
          <a:xfrm>
            <a:off x="711750" y="1830700"/>
            <a:ext cx="4093800" cy="20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ID" dirty="0" err="1"/>
              <a:t>DigiMart</a:t>
            </a:r>
            <a:br>
              <a:rPr lang="en-ID" dirty="0"/>
            </a:br>
            <a:r>
              <a:rPr lang="en-ID" dirty="0"/>
              <a:t>Pasar Digital </a:t>
            </a:r>
            <a:endParaRPr dirty="0"/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1"/>
          </p:nvPr>
        </p:nvSpPr>
        <p:spPr>
          <a:xfrm>
            <a:off x="711750" y="3856200"/>
            <a:ext cx="40938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000" rIns="91425" bIns="180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b="1" dirty="0">
                <a:solidFill>
                  <a:srgbClr val="FF9900"/>
                </a:solidFill>
              </a:rPr>
              <a:t>TEAM RISA</a:t>
            </a:r>
            <a:endParaRPr b="1" dirty="0">
              <a:solidFill>
                <a:srgbClr val="FF9900"/>
              </a:solidFill>
            </a:endParaRPr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2"/>
          </p:nvPr>
        </p:nvSpPr>
        <p:spPr>
          <a:xfrm>
            <a:off x="1397550" y="1492600"/>
            <a:ext cx="3408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1743"/>
              <a:buNone/>
            </a:pPr>
            <a:r>
              <a:rPr lang="en-US" sz="2000" dirty="0" err="1"/>
              <a:t>Pengajuan</a:t>
            </a:r>
            <a:r>
              <a:rPr lang="en-US" sz="2000" dirty="0"/>
              <a:t> </a:t>
            </a:r>
            <a:r>
              <a:rPr lang="en-US" sz="2000" dirty="0" err="1"/>
              <a:t>Judul</a:t>
            </a:r>
            <a:endParaRPr sz="2000" dirty="0"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3"/>
          </p:nvPr>
        </p:nvSpPr>
        <p:spPr>
          <a:xfrm>
            <a:off x="711750" y="4100925"/>
            <a:ext cx="4093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rPr lang="id" sz="1000" dirty="0"/>
              <a:t>P</a:t>
            </a:r>
            <a:r>
              <a:rPr lang="en-US" sz="1000" dirty="0" err="1"/>
              <a:t>emrograman</a:t>
            </a:r>
            <a:r>
              <a:rPr lang="en-US" sz="1000" dirty="0"/>
              <a:t> Mobile </a:t>
            </a:r>
            <a:r>
              <a:rPr lang="id" sz="1000" dirty="0"/>
              <a:t>Semester Ganjil 2025/2026</a:t>
            </a: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457200" y="33922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3000" dirty="0"/>
              <a:t> </a:t>
            </a:r>
            <a:r>
              <a:rPr lang="en-US" sz="3000" dirty="0"/>
              <a:t>Nama </a:t>
            </a:r>
            <a:r>
              <a:rPr lang="en-US" sz="3000" dirty="0" err="1"/>
              <a:t>Anggota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457200" y="1292400"/>
            <a:ext cx="80313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/>
              <a:t>Andi Muhammad </a:t>
            </a:r>
            <a:r>
              <a:rPr lang="en-US" sz="1800" b="1" dirty="0"/>
              <a:t>Rifai (231011016)</a:t>
            </a:r>
          </a:p>
          <a:p>
            <a:pPr lvl="0" indent="-342900" algn="just">
              <a:lnSpc>
                <a:spcPct val="130000"/>
              </a:lnSpc>
              <a:buSzPts val="1800"/>
            </a:pPr>
            <a:r>
              <a:rPr lang="en-ID" sz="1800" b="1" dirty="0"/>
              <a:t>Salsabila Al-</a:t>
            </a:r>
            <a:r>
              <a:rPr lang="en-ID" sz="1800" b="1" dirty="0" err="1"/>
              <a:t>Mugni</a:t>
            </a:r>
            <a:r>
              <a:rPr lang="en-ID" sz="1800" b="1" dirty="0"/>
              <a:t> (231011017)</a:t>
            </a:r>
          </a:p>
          <a:p>
            <a:pPr lvl="0" indent="-342900" algn="just">
              <a:lnSpc>
                <a:spcPct val="130000"/>
              </a:lnSpc>
              <a:buSzPts val="1800"/>
            </a:pPr>
            <a:r>
              <a:rPr lang="en-ID" sz="1800" b="1" dirty="0"/>
              <a:t>Izza Irena (231011011)</a:t>
            </a:r>
          </a:p>
          <a:p>
            <a:pPr lvl="0" indent="-342900" algn="just">
              <a:lnSpc>
                <a:spcPct val="130000"/>
              </a:lnSpc>
              <a:buSzPts val="1800"/>
            </a:pPr>
            <a:r>
              <a:rPr lang="en-ID" sz="1800" b="1" dirty="0"/>
              <a:t>Putri Adelia (231011024)</a:t>
            </a:r>
            <a:endParaRPr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457200" y="33922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3000" dirty="0"/>
              <a:t>Latar Belakang </a:t>
            </a:r>
            <a:endParaRPr sz="3000" dirty="0">
              <a:solidFill>
                <a:srgbClr val="FF0000"/>
              </a:solidFill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457200" y="1004175"/>
            <a:ext cx="8229600" cy="3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just">
              <a:buClr>
                <a:srgbClr val="000000"/>
              </a:buClr>
              <a:buSzPts val="1200"/>
              <a:buNone/>
            </a:pPr>
            <a:r>
              <a:rPr lang="en-ID" sz="1800" dirty="0" err="1">
                <a:solidFill>
                  <a:srgbClr val="000000"/>
                </a:solidFill>
              </a:rPr>
              <a:t>Perkembangan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teknologi</a:t>
            </a:r>
            <a:r>
              <a:rPr lang="en-ID" sz="1800" dirty="0">
                <a:solidFill>
                  <a:srgbClr val="000000"/>
                </a:solidFill>
              </a:rPr>
              <a:t> digital </a:t>
            </a:r>
            <a:r>
              <a:rPr lang="en-ID" sz="1800" dirty="0" err="1">
                <a:solidFill>
                  <a:srgbClr val="000000"/>
                </a:solidFill>
              </a:rPr>
              <a:t>telah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mendorong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transformasi</a:t>
            </a:r>
            <a:r>
              <a:rPr lang="en-ID" sz="1800" dirty="0">
                <a:solidFill>
                  <a:srgbClr val="000000"/>
                </a:solidFill>
              </a:rPr>
              <a:t> pasar </a:t>
            </a:r>
            <a:r>
              <a:rPr lang="en-ID" sz="1800" dirty="0" err="1">
                <a:solidFill>
                  <a:srgbClr val="000000"/>
                </a:solidFill>
              </a:rPr>
              <a:t>tradisional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menjadi</a:t>
            </a:r>
            <a:r>
              <a:rPr lang="en-ID" sz="1800" dirty="0">
                <a:solidFill>
                  <a:srgbClr val="000000"/>
                </a:solidFill>
              </a:rPr>
              <a:t> pasar online yang </a:t>
            </a:r>
            <a:r>
              <a:rPr lang="en-ID" sz="1800" dirty="0" err="1">
                <a:solidFill>
                  <a:srgbClr val="000000"/>
                </a:solidFill>
              </a:rPr>
              <a:t>lebih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efisien</a:t>
            </a:r>
            <a:r>
              <a:rPr lang="en-ID" sz="1800" dirty="0">
                <a:solidFill>
                  <a:srgbClr val="000000"/>
                </a:solidFill>
              </a:rPr>
              <a:t>. </a:t>
            </a:r>
            <a:r>
              <a:rPr lang="en-ID" sz="1800" dirty="0" err="1">
                <a:solidFill>
                  <a:srgbClr val="000000"/>
                </a:solidFill>
              </a:rPr>
              <a:t>DigiMart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hadir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sebagai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solusi</a:t>
            </a:r>
            <a:r>
              <a:rPr lang="en-ID" sz="1800" dirty="0">
                <a:solidFill>
                  <a:srgbClr val="000000"/>
                </a:solidFill>
              </a:rPr>
              <a:t> pasar digital yang </a:t>
            </a:r>
            <a:r>
              <a:rPr lang="en-ID" sz="1800" dirty="0" err="1">
                <a:solidFill>
                  <a:srgbClr val="000000"/>
                </a:solidFill>
              </a:rPr>
              <a:t>menghubungkan</a:t>
            </a:r>
            <a:r>
              <a:rPr lang="en-ID" sz="1800" dirty="0">
                <a:solidFill>
                  <a:srgbClr val="000000"/>
                </a:solidFill>
              </a:rPr>
              <a:t> admin, </a:t>
            </a:r>
            <a:r>
              <a:rPr lang="en-ID" sz="1800" dirty="0" err="1">
                <a:solidFill>
                  <a:srgbClr val="000000"/>
                </a:solidFill>
              </a:rPr>
              <a:t>pemilik</a:t>
            </a:r>
            <a:r>
              <a:rPr lang="en-ID" sz="1800" dirty="0">
                <a:solidFill>
                  <a:srgbClr val="000000"/>
                </a:solidFill>
              </a:rPr>
              <a:t> toko, dan </a:t>
            </a:r>
            <a:r>
              <a:rPr lang="en-ID" sz="1800" dirty="0" err="1">
                <a:solidFill>
                  <a:srgbClr val="000000"/>
                </a:solidFill>
              </a:rPr>
              <a:t>pembeli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dalam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satu</a:t>
            </a:r>
            <a:r>
              <a:rPr lang="en-ID" sz="1800" dirty="0">
                <a:solidFill>
                  <a:srgbClr val="000000"/>
                </a:solidFill>
              </a:rPr>
              <a:t> platform. </a:t>
            </a:r>
            <a:r>
              <a:rPr lang="en-ID" sz="1800" dirty="0" err="1">
                <a:solidFill>
                  <a:srgbClr val="000000"/>
                </a:solidFill>
              </a:rPr>
              <a:t>Sistem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ini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dirancang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untuk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mempermudah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manajemen</a:t>
            </a:r>
            <a:r>
              <a:rPr lang="en-ID" sz="1800" dirty="0">
                <a:solidFill>
                  <a:srgbClr val="000000"/>
                </a:solidFill>
              </a:rPr>
              <a:t> toko oleh admin, </a:t>
            </a:r>
            <a:r>
              <a:rPr lang="en-ID" sz="1800" dirty="0" err="1">
                <a:solidFill>
                  <a:srgbClr val="000000"/>
                </a:solidFill>
              </a:rPr>
              <a:t>memberikan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kendali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penuh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bagi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pemilik</a:t>
            </a:r>
            <a:r>
              <a:rPr lang="en-ID" sz="1800" dirty="0">
                <a:solidFill>
                  <a:srgbClr val="000000"/>
                </a:solidFill>
              </a:rPr>
              <a:t> toko </a:t>
            </a:r>
            <a:r>
              <a:rPr lang="en-ID" sz="1800" dirty="0" err="1">
                <a:solidFill>
                  <a:srgbClr val="000000"/>
                </a:solidFill>
              </a:rPr>
              <a:t>dalam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mengatur</a:t>
            </a:r>
            <a:r>
              <a:rPr lang="en-ID" sz="1800" dirty="0">
                <a:solidFill>
                  <a:srgbClr val="000000"/>
                </a:solidFill>
              </a:rPr>
              <a:t> status </a:t>
            </a:r>
            <a:r>
              <a:rPr lang="en-ID" sz="1800" dirty="0" err="1">
                <a:solidFill>
                  <a:srgbClr val="000000"/>
                </a:solidFill>
              </a:rPr>
              <a:t>tokonya</a:t>
            </a:r>
            <a:r>
              <a:rPr lang="en-ID" sz="1800" dirty="0">
                <a:solidFill>
                  <a:srgbClr val="000000"/>
                </a:solidFill>
              </a:rPr>
              <a:t>, </a:t>
            </a:r>
            <a:r>
              <a:rPr lang="en-ID" sz="1800" dirty="0" err="1">
                <a:solidFill>
                  <a:srgbClr val="000000"/>
                </a:solidFill>
              </a:rPr>
              <a:t>serta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memudahkan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pembeli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untuk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melihat</a:t>
            </a:r>
            <a:r>
              <a:rPr lang="en-ID" sz="1800" dirty="0">
                <a:solidFill>
                  <a:srgbClr val="000000"/>
                </a:solidFill>
              </a:rPr>
              <a:t> daftar toko dan status </a:t>
            </a:r>
            <a:r>
              <a:rPr lang="en-ID" sz="1800" dirty="0" err="1">
                <a:solidFill>
                  <a:srgbClr val="000000"/>
                </a:solidFill>
              </a:rPr>
              <a:t>buka</a:t>
            </a:r>
            <a:r>
              <a:rPr lang="en-ID" sz="1800" dirty="0">
                <a:solidFill>
                  <a:srgbClr val="000000"/>
                </a:solidFill>
              </a:rPr>
              <a:t>/</a:t>
            </a:r>
            <a:r>
              <a:rPr lang="en-ID" sz="1800" dirty="0" err="1">
                <a:solidFill>
                  <a:srgbClr val="000000"/>
                </a:solidFill>
              </a:rPr>
              <a:t>tutup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secara</a:t>
            </a:r>
            <a:r>
              <a:rPr lang="en-ID" sz="1800" dirty="0">
                <a:solidFill>
                  <a:srgbClr val="000000"/>
                </a:solidFill>
              </a:rPr>
              <a:t> real-time. </a:t>
            </a:r>
            <a:r>
              <a:rPr lang="en-ID" sz="1800" dirty="0" err="1">
                <a:solidFill>
                  <a:srgbClr val="000000"/>
                </a:solidFill>
              </a:rPr>
              <a:t>Dengan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DigiMart</a:t>
            </a:r>
            <a:r>
              <a:rPr lang="en-ID" sz="1800" dirty="0">
                <a:solidFill>
                  <a:srgbClr val="000000"/>
                </a:solidFill>
              </a:rPr>
              <a:t>, </a:t>
            </a:r>
            <a:r>
              <a:rPr lang="en-ID" sz="1800" dirty="0" err="1">
                <a:solidFill>
                  <a:srgbClr val="000000"/>
                </a:solidFill>
              </a:rPr>
              <a:t>interaksi</a:t>
            </a:r>
            <a:r>
              <a:rPr lang="en-ID" sz="1800" dirty="0">
                <a:solidFill>
                  <a:srgbClr val="000000"/>
                </a:solidFill>
              </a:rPr>
              <a:t> di pasar </a:t>
            </a:r>
            <a:r>
              <a:rPr lang="en-ID" sz="1800" dirty="0" err="1">
                <a:solidFill>
                  <a:srgbClr val="000000"/>
                </a:solidFill>
              </a:rPr>
              <a:t>menjadi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lebih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terorganisir</a:t>
            </a:r>
            <a:r>
              <a:rPr lang="en-ID" sz="1800" dirty="0">
                <a:solidFill>
                  <a:srgbClr val="000000"/>
                </a:solidFill>
              </a:rPr>
              <a:t>, </a:t>
            </a:r>
            <a:r>
              <a:rPr lang="en-ID" sz="1800" dirty="0" err="1">
                <a:solidFill>
                  <a:srgbClr val="000000"/>
                </a:solidFill>
              </a:rPr>
              <a:t>transparan</a:t>
            </a:r>
            <a:r>
              <a:rPr lang="en-ID" sz="1800" dirty="0">
                <a:solidFill>
                  <a:srgbClr val="000000"/>
                </a:solidFill>
              </a:rPr>
              <a:t>, dan </a:t>
            </a:r>
            <a:r>
              <a:rPr lang="en-ID" sz="1800" dirty="0" err="1">
                <a:solidFill>
                  <a:srgbClr val="000000"/>
                </a:solidFill>
              </a:rPr>
              <a:t>efisien</a:t>
            </a:r>
            <a:r>
              <a:rPr lang="en-ID" sz="1800" dirty="0">
                <a:solidFill>
                  <a:srgbClr val="000000"/>
                </a:solidFill>
              </a:rPr>
              <a:t>.</a:t>
            </a:r>
            <a:endParaRPr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457200" y="33922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000" dirty="0" err="1">
                <a:solidFill>
                  <a:schemeClr val="tx1"/>
                </a:solidFill>
              </a:rPr>
              <a:t>Keunggulan</a:t>
            </a:r>
            <a:r>
              <a:rPr lang="en-US" sz="3000" dirty="0">
                <a:solidFill>
                  <a:schemeClr val="tx1"/>
                </a:solidFill>
              </a:rPr>
              <a:t> </a:t>
            </a:r>
            <a:r>
              <a:rPr lang="en-US" sz="3000" dirty="0" err="1">
                <a:solidFill>
                  <a:schemeClr val="tx1"/>
                </a:solidFill>
              </a:rPr>
              <a:t>Proyek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body" idx="1"/>
          </p:nvPr>
        </p:nvSpPr>
        <p:spPr>
          <a:xfrm>
            <a:off x="457200" y="882375"/>
            <a:ext cx="8229600" cy="3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just">
              <a:buClr>
                <a:srgbClr val="000000"/>
              </a:buClr>
              <a:buSzPts val="1300"/>
              <a:buNone/>
            </a:pPr>
            <a:r>
              <a:rPr lang="en-ID" sz="2000" dirty="0" err="1">
                <a:solidFill>
                  <a:srgbClr val="000000"/>
                </a:solidFill>
              </a:rPr>
              <a:t>Sistem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terpusat</a:t>
            </a:r>
            <a:r>
              <a:rPr lang="en-ID" sz="2000" dirty="0">
                <a:solidFill>
                  <a:srgbClr val="000000"/>
                </a:solidFill>
              </a:rPr>
              <a:t> dan </a:t>
            </a:r>
            <a:r>
              <a:rPr lang="en-ID" sz="2000" dirty="0" err="1">
                <a:solidFill>
                  <a:srgbClr val="000000"/>
                </a:solidFill>
              </a:rPr>
              <a:t>terkontrol</a:t>
            </a:r>
            <a:r>
              <a:rPr lang="en-ID" sz="2000" dirty="0">
                <a:solidFill>
                  <a:srgbClr val="000000"/>
                </a:solidFill>
              </a:rPr>
              <a:t> oleh admin, </a:t>
            </a:r>
            <a:r>
              <a:rPr lang="en-ID" sz="2000" dirty="0" err="1">
                <a:solidFill>
                  <a:srgbClr val="000000"/>
                </a:solidFill>
              </a:rPr>
              <a:t>sehingga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keamanan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akun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penjual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terjamin</a:t>
            </a:r>
            <a:r>
              <a:rPr lang="en-ID" sz="2000" dirty="0">
                <a:solidFill>
                  <a:srgbClr val="000000"/>
                </a:solidFill>
              </a:rPr>
              <a:t>. </a:t>
            </a:r>
            <a:r>
              <a:rPr lang="en-ID" sz="2000" dirty="0" err="1">
                <a:solidFill>
                  <a:srgbClr val="000000"/>
                </a:solidFill>
              </a:rPr>
              <a:t>Pemilik</a:t>
            </a:r>
            <a:r>
              <a:rPr lang="en-ID" sz="2000" dirty="0">
                <a:solidFill>
                  <a:srgbClr val="000000"/>
                </a:solidFill>
              </a:rPr>
              <a:t> toko </a:t>
            </a:r>
            <a:r>
              <a:rPr lang="en-ID" sz="2000" dirty="0" err="1">
                <a:solidFill>
                  <a:srgbClr val="000000"/>
                </a:solidFill>
              </a:rPr>
              <a:t>dapat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dengan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mudah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mengatur</a:t>
            </a:r>
            <a:r>
              <a:rPr lang="en-ID" sz="2000" dirty="0">
                <a:solidFill>
                  <a:srgbClr val="000000"/>
                </a:solidFill>
              </a:rPr>
              <a:t> status </a:t>
            </a:r>
            <a:r>
              <a:rPr lang="en-ID" sz="2000" dirty="0" err="1">
                <a:solidFill>
                  <a:srgbClr val="000000"/>
                </a:solidFill>
              </a:rPr>
              <a:t>buka</a:t>
            </a:r>
            <a:r>
              <a:rPr lang="en-ID" sz="2000" dirty="0">
                <a:solidFill>
                  <a:srgbClr val="000000"/>
                </a:solidFill>
              </a:rPr>
              <a:t>/</a:t>
            </a:r>
            <a:r>
              <a:rPr lang="en-ID" sz="2000" dirty="0" err="1">
                <a:solidFill>
                  <a:srgbClr val="000000"/>
                </a:solidFill>
              </a:rPr>
              <a:t>tutup</a:t>
            </a:r>
            <a:r>
              <a:rPr lang="en-ID" sz="2000" dirty="0">
                <a:solidFill>
                  <a:srgbClr val="000000"/>
                </a:solidFill>
              </a:rPr>
              <a:t> toko </a:t>
            </a:r>
            <a:r>
              <a:rPr lang="en-ID" sz="2000" dirty="0" err="1">
                <a:solidFill>
                  <a:srgbClr val="000000"/>
                </a:solidFill>
              </a:rPr>
              <a:t>mereka.Pembeli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dapat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melihat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informasi</a:t>
            </a:r>
            <a:r>
              <a:rPr lang="en-ID" sz="2000" dirty="0">
                <a:solidFill>
                  <a:srgbClr val="000000"/>
                </a:solidFill>
              </a:rPr>
              <a:t> toko </a:t>
            </a:r>
            <a:r>
              <a:rPr lang="en-ID" sz="2000" dirty="0" err="1">
                <a:solidFill>
                  <a:srgbClr val="000000"/>
                </a:solidFill>
              </a:rPr>
              <a:t>secara</a:t>
            </a:r>
            <a:r>
              <a:rPr lang="en-ID" sz="2000" dirty="0">
                <a:solidFill>
                  <a:srgbClr val="000000"/>
                </a:solidFill>
              </a:rPr>
              <a:t> real-time </a:t>
            </a:r>
            <a:r>
              <a:rPr lang="en-ID" sz="2000" dirty="0" err="1">
                <a:solidFill>
                  <a:srgbClr val="000000"/>
                </a:solidFill>
              </a:rPr>
              <a:t>tanpa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perlu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login.Struktur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manajemen</a:t>
            </a:r>
            <a:r>
              <a:rPr lang="en-ID" sz="2000" dirty="0">
                <a:solidFill>
                  <a:srgbClr val="000000"/>
                </a:solidFill>
              </a:rPr>
              <a:t> slot/boot toko </a:t>
            </a:r>
            <a:r>
              <a:rPr lang="en-ID" sz="2000" dirty="0" err="1">
                <a:solidFill>
                  <a:srgbClr val="000000"/>
                </a:solidFill>
              </a:rPr>
              <a:t>mempermudah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pengaturan</a:t>
            </a:r>
            <a:r>
              <a:rPr lang="en-ID" sz="2000" dirty="0">
                <a:solidFill>
                  <a:srgbClr val="000000"/>
                </a:solidFill>
              </a:rPr>
              <a:t> </a:t>
            </a:r>
            <a:r>
              <a:rPr lang="en-ID" sz="2000" dirty="0" err="1">
                <a:solidFill>
                  <a:srgbClr val="000000"/>
                </a:solidFill>
              </a:rPr>
              <a:t>ruang</a:t>
            </a:r>
            <a:r>
              <a:rPr lang="en-ID" sz="2000" dirty="0">
                <a:solidFill>
                  <a:srgbClr val="000000"/>
                </a:solidFill>
              </a:rPr>
              <a:t> toko </a:t>
            </a:r>
            <a:r>
              <a:rPr lang="en-ID" sz="2000" dirty="0" err="1">
                <a:solidFill>
                  <a:srgbClr val="000000"/>
                </a:solidFill>
              </a:rPr>
              <a:t>fisik</a:t>
            </a:r>
            <a:r>
              <a:rPr lang="en-ID" sz="2000" dirty="0">
                <a:solidFill>
                  <a:srgbClr val="000000"/>
                </a:solidFill>
              </a:rPr>
              <a:t> </a:t>
            </a:r>
            <a:r>
              <a:rPr lang="en-ID" sz="2000" dirty="0" err="1">
                <a:solidFill>
                  <a:srgbClr val="000000"/>
                </a:solidFill>
              </a:rPr>
              <a:t>atau</a:t>
            </a:r>
            <a:r>
              <a:rPr lang="en-ID" sz="2000" dirty="0">
                <a:solidFill>
                  <a:srgbClr val="000000"/>
                </a:solidFill>
              </a:rPr>
              <a:t> virtual.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457200" y="33922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000" dirty="0">
                <a:solidFill>
                  <a:schemeClr val="tx1"/>
                </a:solidFill>
              </a:rPr>
              <a:t>Fitur </a:t>
            </a:r>
            <a:r>
              <a:rPr lang="en-US" sz="3000" dirty="0" err="1">
                <a:solidFill>
                  <a:schemeClr val="tx1"/>
                </a:solidFill>
              </a:rPr>
              <a:t>Fitur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1"/>
          </p:nvPr>
        </p:nvSpPr>
        <p:spPr>
          <a:xfrm>
            <a:off x="546387" y="710625"/>
            <a:ext cx="8051225" cy="319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just">
              <a:lnSpc>
                <a:spcPct val="130000"/>
              </a:lnSpc>
              <a:buSzPts val="1300"/>
              <a:buNone/>
            </a:pPr>
            <a:r>
              <a:rPr lang="en-ID" sz="1800" b="1" dirty="0">
                <a:solidFill>
                  <a:srgbClr val="000000"/>
                </a:solidFill>
              </a:rPr>
              <a:t>Admin: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r>
              <a:rPr lang="en-ID" sz="1800" dirty="0" err="1">
                <a:solidFill>
                  <a:srgbClr val="000000"/>
                </a:solidFill>
              </a:rPr>
              <a:t>Menentukan</a:t>
            </a:r>
            <a:r>
              <a:rPr lang="en-ID" sz="1800" dirty="0">
                <a:solidFill>
                  <a:srgbClr val="000000"/>
                </a:solidFill>
              </a:rPr>
              <a:t> dan </a:t>
            </a:r>
            <a:r>
              <a:rPr lang="en-ID" sz="1800" dirty="0" err="1">
                <a:solidFill>
                  <a:srgbClr val="000000"/>
                </a:solidFill>
              </a:rPr>
              <a:t>mengatur</a:t>
            </a:r>
            <a:r>
              <a:rPr lang="en-ID" sz="1800" dirty="0">
                <a:solidFill>
                  <a:srgbClr val="000000"/>
                </a:solidFill>
              </a:rPr>
              <a:t> slot/boot toko: slot </a:t>
            </a:r>
            <a:r>
              <a:rPr lang="en-ID" sz="1800" dirty="0" err="1">
                <a:solidFill>
                  <a:srgbClr val="000000"/>
                </a:solidFill>
              </a:rPr>
              <a:t>kosong</a:t>
            </a:r>
            <a:r>
              <a:rPr lang="en-ID" sz="1800" dirty="0">
                <a:solidFill>
                  <a:srgbClr val="000000"/>
                </a:solidFill>
              </a:rPr>
              <a:t> dan slot </a:t>
            </a:r>
            <a:r>
              <a:rPr lang="en-ID" sz="1800" dirty="0" err="1">
                <a:solidFill>
                  <a:srgbClr val="000000"/>
                </a:solidFill>
              </a:rPr>
              <a:t>terisi</a:t>
            </a:r>
            <a:r>
              <a:rPr lang="en-ID" sz="1800" dirty="0">
                <a:solidFill>
                  <a:srgbClr val="000000"/>
                </a:solidFill>
              </a:rPr>
              <a:t>.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r>
              <a:rPr lang="en-ID" sz="1800" dirty="0" err="1">
                <a:solidFill>
                  <a:srgbClr val="000000"/>
                </a:solidFill>
              </a:rPr>
              <a:t>Menerima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permintaan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pengajuan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tempat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dari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penjual</a:t>
            </a:r>
            <a:r>
              <a:rPr lang="en-ID" sz="1800" dirty="0">
                <a:solidFill>
                  <a:srgbClr val="000000"/>
                </a:solidFill>
              </a:rPr>
              <a:t>.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r>
              <a:rPr lang="en-ID" sz="1800" dirty="0">
                <a:solidFill>
                  <a:srgbClr val="000000"/>
                </a:solidFill>
              </a:rPr>
              <a:t>Membuat dan </a:t>
            </a:r>
            <a:r>
              <a:rPr lang="en-ID" sz="1800" dirty="0" err="1">
                <a:solidFill>
                  <a:srgbClr val="000000"/>
                </a:solidFill>
              </a:rPr>
              <a:t>mengelola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akun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penjual</a:t>
            </a:r>
            <a:r>
              <a:rPr lang="en-ID" sz="1800" dirty="0">
                <a:solidFill>
                  <a:srgbClr val="000000"/>
                </a:solidFill>
              </a:rPr>
              <a:t>.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endParaRPr lang="en-ID" sz="1800" dirty="0">
              <a:solidFill>
                <a:srgbClr val="000000"/>
              </a:solidFill>
            </a:endParaRPr>
          </a:p>
          <a:p>
            <a:pPr marL="146050" lvl="0" indent="0" algn="just">
              <a:lnSpc>
                <a:spcPct val="130000"/>
              </a:lnSpc>
              <a:buSzPts val="1300"/>
              <a:buNone/>
            </a:pPr>
            <a:r>
              <a:rPr lang="en-ID" sz="1800" b="1" dirty="0" err="1">
                <a:solidFill>
                  <a:srgbClr val="000000"/>
                </a:solidFill>
              </a:rPr>
              <a:t>Pemilik</a:t>
            </a:r>
            <a:r>
              <a:rPr lang="en-ID" sz="1800" b="1" dirty="0">
                <a:solidFill>
                  <a:srgbClr val="000000"/>
                </a:solidFill>
              </a:rPr>
              <a:t> Toko (</a:t>
            </a:r>
            <a:r>
              <a:rPr lang="en-ID" sz="1800" b="1" dirty="0" err="1">
                <a:solidFill>
                  <a:srgbClr val="000000"/>
                </a:solidFill>
              </a:rPr>
              <a:t>Penjual</a:t>
            </a:r>
            <a:r>
              <a:rPr lang="en-ID" sz="1800" b="1" dirty="0">
                <a:solidFill>
                  <a:srgbClr val="000000"/>
                </a:solidFill>
              </a:rPr>
              <a:t>):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r>
              <a:rPr lang="en-ID" sz="1800" dirty="0">
                <a:solidFill>
                  <a:srgbClr val="000000"/>
                </a:solidFill>
              </a:rPr>
              <a:t>Kelola toko </a:t>
            </a:r>
            <a:r>
              <a:rPr lang="en-ID" sz="1800" dirty="0" err="1">
                <a:solidFill>
                  <a:srgbClr val="000000"/>
                </a:solidFill>
              </a:rPr>
              <a:t>mereka</a:t>
            </a:r>
            <a:r>
              <a:rPr lang="en-ID" sz="1800" dirty="0">
                <a:solidFill>
                  <a:srgbClr val="000000"/>
                </a:solidFill>
              </a:rPr>
              <a:t> </a:t>
            </a:r>
            <a:r>
              <a:rPr lang="en-ID" sz="1800" dirty="0" err="1">
                <a:solidFill>
                  <a:srgbClr val="000000"/>
                </a:solidFill>
              </a:rPr>
              <a:t>sendiri</a:t>
            </a:r>
            <a:r>
              <a:rPr lang="en-ID" sz="1800" dirty="0">
                <a:solidFill>
                  <a:srgbClr val="000000"/>
                </a:solidFill>
              </a:rPr>
              <a:t> (</a:t>
            </a:r>
            <a:r>
              <a:rPr lang="en-ID" sz="1800" dirty="0" err="1">
                <a:solidFill>
                  <a:srgbClr val="000000"/>
                </a:solidFill>
              </a:rPr>
              <a:t>ubah</a:t>
            </a:r>
            <a:r>
              <a:rPr lang="en-ID" sz="1800" dirty="0">
                <a:solidFill>
                  <a:srgbClr val="000000"/>
                </a:solidFill>
              </a:rPr>
              <a:t> status </a:t>
            </a:r>
            <a:r>
              <a:rPr lang="en-ID" sz="1800" dirty="0" err="1">
                <a:solidFill>
                  <a:srgbClr val="000000"/>
                </a:solidFill>
              </a:rPr>
              <a:t>buka</a:t>
            </a:r>
            <a:r>
              <a:rPr lang="en-ID" sz="1800" dirty="0">
                <a:solidFill>
                  <a:srgbClr val="000000"/>
                </a:solidFill>
              </a:rPr>
              <a:t>/</a:t>
            </a:r>
            <a:r>
              <a:rPr lang="en-ID" sz="1800" dirty="0" err="1">
                <a:solidFill>
                  <a:srgbClr val="000000"/>
                </a:solidFill>
              </a:rPr>
              <a:t>tutup</a:t>
            </a:r>
            <a:r>
              <a:rPr lang="en-ID" sz="1800" dirty="0">
                <a:solidFill>
                  <a:srgbClr val="000000"/>
                </a:solidFill>
              </a:rPr>
              <a:t>).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endParaRPr lang="en-ID" sz="1800" dirty="0">
              <a:solidFill>
                <a:srgbClr val="000000"/>
              </a:solidFill>
            </a:endParaRPr>
          </a:p>
          <a:p>
            <a:pPr marL="146050" lvl="0" indent="0" algn="just">
              <a:lnSpc>
                <a:spcPct val="130000"/>
              </a:lnSpc>
              <a:buSzPts val="1300"/>
              <a:buNone/>
            </a:pPr>
            <a:r>
              <a:rPr lang="en-ID" sz="1800" b="1" dirty="0" err="1">
                <a:solidFill>
                  <a:srgbClr val="000000"/>
                </a:solidFill>
              </a:rPr>
              <a:t>Pembeli</a:t>
            </a:r>
            <a:r>
              <a:rPr lang="en-ID" sz="1800" b="1" dirty="0">
                <a:solidFill>
                  <a:srgbClr val="000000"/>
                </a:solidFill>
              </a:rPr>
              <a:t>: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r>
              <a:rPr lang="en-ID" sz="1800" dirty="0" err="1">
                <a:solidFill>
                  <a:srgbClr val="000000"/>
                </a:solidFill>
              </a:rPr>
              <a:t>Melihat</a:t>
            </a:r>
            <a:r>
              <a:rPr lang="en-ID" sz="1800" dirty="0">
                <a:solidFill>
                  <a:srgbClr val="000000"/>
                </a:solidFill>
              </a:rPr>
              <a:t> daftar toko </a:t>
            </a:r>
            <a:r>
              <a:rPr lang="en-ID" sz="1800" dirty="0" err="1">
                <a:solidFill>
                  <a:srgbClr val="000000"/>
                </a:solidFill>
              </a:rPr>
              <a:t>beserta</a:t>
            </a:r>
            <a:r>
              <a:rPr lang="en-ID" sz="1800" dirty="0">
                <a:solidFill>
                  <a:srgbClr val="000000"/>
                </a:solidFill>
              </a:rPr>
              <a:t> status </a:t>
            </a:r>
            <a:r>
              <a:rPr lang="en-ID" sz="1800" dirty="0" err="1">
                <a:solidFill>
                  <a:srgbClr val="000000"/>
                </a:solidFill>
              </a:rPr>
              <a:t>buka</a:t>
            </a:r>
            <a:r>
              <a:rPr lang="en-ID" sz="1800" dirty="0">
                <a:solidFill>
                  <a:srgbClr val="000000"/>
                </a:solidFill>
              </a:rPr>
              <a:t>/</a:t>
            </a:r>
            <a:r>
              <a:rPr lang="en-ID" sz="1800" dirty="0" err="1">
                <a:solidFill>
                  <a:srgbClr val="000000"/>
                </a:solidFill>
              </a:rPr>
              <a:t>tutup</a:t>
            </a:r>
            <a:r>
              <a:rPr lang="en-ID" sz="1800" dirty="0">
                <a:solidFill>
                  <a:srgbClr val="000000"/>
                </a:solidFill>
              </a:rPr>
              <a:t>.</a:t>
            </a:r>
          </a:p>
          <a:p>
            <a:pPr marL="431800" lvl="0" indent="-285750" algn="just">
              <a:lnSpc>
                <a:spcPct val="130000"/>
              </a:lnSpc>
              <a:buSzPts val="1300"/>
              <a:buFontTx/>
              <a:buChar char="-"/>
            </a:pPr>
            <a:r>
              <a:rPr lang="en-ID" sz="1800" dirty="0" err="1">
                <a:solidFill>
                  <a:srgbClr val="000000"/>
                </a:solidFill>
              </a:rPr>
              <a:t>Melihat</a:t>
            </a:r>
            <a:r>
              <a:rPr lang="en-ID" sz="1800" dirty="0">
                <a:solidFill>
                  <a:srgbClr val="000000"/>
                </a:solidFill>
              </a:rPr>
              <a:t> data dan </a:t>
            </a:r>
            <a:r>
              <a:rPr lang="en-ID" sz="1800" dirty="0" err="1">
                <a:solidFill>
                  <a:srgbClr val="000000"/>
                </a:solidFill>
              </a:rPr>
              <a:t>informasi</a:t>
            </a:r>
            <a:r>
              <a:rPr lang="en-ID" sz="1800" dirty="0">
                <a:solidFill>
                  <a:srgbClr val="000000"/>
                </a:solidFill>
              </a:rPr>
              <a:t> detail toko.</a:t>
            </a:r>
            <a:endParaRPr sz="1800" dirty="0">
              <a:solidFill>
                <a:srgbClr val="000000"/>
              </a:solidFill>
            </a:endParaRPr>
          </a:p>
          <a:p>
            <a:pPr marL="45720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9453-2E49-5EBF-BE6D-8D9D8933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A1197-D167-FAE1-9652-5BBD1D5E6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9700" indent="0" algn="ctr">
              <a:buNone/>
            </a:pPr>
            <a:r>
              <a:rPr lang="en-US" sz="5400" b="1" dirty="0"/>
              <a:t>Desain Figma</a:t>
            </a:r>
            <a:endParaRPr lang="en-ID" sz="5400" b="1" dirty="0"/>
          </a:p>
        </p:txBody>
      </p:sp>
    </p:spTree>
    <p:extLst>
      <p:ext uri="{BB962C8B-B14F-4D97-AF65-F5344CB8AC3E}">
        <p14:creationId xmlns:p14="http://schemas.microsoft.com/office/powerpoint/2010/main" val="767037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DDDE30-CA74-B8F1-2885-420583E4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45" y="201637"/>
            <a:ext cx="6402342" cy="46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5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4CBE12-2196-41A9-BBB4-87C98AD8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180" y="293332"/>
            <a:ext cx="6384250" cy="468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2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985A31-EE85-D4FB-8CE4-547B6BA83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903" y="113686"/>
            <a:ext cx="2783230" cy="488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6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457200" y="33922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990"/>
            </a:pPr>
            <a:r>
              <a:rPr lang="en-ID" sz="3000" dirty="0">
                <a:solidFill>
                  <a:schemeClr val="tx1"/>
                </a:solidFill>
              </a:rPr>
              <a:t>Kesimpulan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457200" y="1292400"/>
            <a:ext cx="8229600" cy="30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0" algn="just">
              <a:lnSpc>
                <a:spcPct val="130000"/>
              </a:lnSpc>
              <a:buNone/>
            </a:pPr>
            <a:r>
              <a:rPr lang="en-ID" sz="2000" dirty="0" err="1"/>
              <a:t>DigiMart</a:t>
            </a:r>
            <a:r>
              <a:rPr lang="en-ID" sz="2000" dirty="0"/>
              <a:t> </a:t>
            </a:r>
            <a:r>
              <a:rPr lang="en-ID" sz="2000" dirty="0" err="1"/>
              <a:t>memberikan</a:t>
            </a:r>
            <a:r>
              <a:rPr lang="en-ID" sz="2000" dirty="0"/>
              <a:t> </a:t>
            </a:r>
            <a:r>
              <a:rPr lang="en-ID" sz="2000" dirty="0" err="1"/>
              <a:t>solusi</a:t>
            </a:r>
            <a:r>
              <a:rPr lang="en-ID" sz="2000" dirty="0"/>
              <a:t> pasar digital yang </a:t>
            </a:r>
            <a:r>
              <a:rPr lang="en-ID" sz="2000" dirty="0" err="1"/>
              <a:t>efisien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alur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 yang </a:t>
            </a:r>
            <a:r>
              <a:rPr lang="en-ID" sz="2000" dirty="0" err="1"/>
              <a:t>jelas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admin, </a:t>
            </a:r>
            <a:r>
              <a:rPr lang="en-ID" sz="2000" dirty="0" err="1"/>
              <a:t>pemilik</a:t>
            </a:r>
            <a:r>
              <a:rPr lang="en-ID" sz="2000" dirty="0"/>
              <a:t> toko, dan </a:t>
            </a:r>
            <a:r>
              <a:rPr lang="en-ID" sz="2000" dirty="0" err="1"/>
              <a:t>pembeli</a:t>
            </a:r>
            <a:r>
              <a:rPr lang="en-ID" sz="2000" dirty="0"/>
              <a:t>.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mempermudah</a:t>
            </a:r>
            <a:r>
              <a:rPr lang="en-ID" sz="2000" dirty="0"/>
              <a:t> </a:t>
            </a:r>
            <a:r>
              <a:rPr lang="en-ID" sz="2000" dirty="0" err="1"/>
              <a:t>pengelolaan</a:t>
            </a:r>
            <a:r>
              <a:rPr lang="en-ID" sz="2000" dirty="0"/>
              <a:t> toko,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transparansi</a:t>
            </a:r>
            <a:r>
              <a:rPr lang="en-ID" sz="2000" dirty="0"/>
              <a:t> status toko </a:t>
            </a:r>
            <a:r>
              <a:rPr lang="en-ID" sz="2000" dirty="0" err="1"/>
              <a:t>bagi</a:t>
            </a:r>
            <a:r>
              <a:rPr lang="en-ID" sz="2000" dirty="0"/>
              <a:t> </a:t>
            </a:r>
            <a:r>
              <a:rPr lang="en-ID" sz="2000" dirty="0" err="1"/>
              <a:t>pembeli</a:t>
            </a:r>
            <a:r>
              <a:rPr lang="en-ID" sz="2000" dirty="0"/>
              <a:t>, dan </a:t>
            </a:r>
            <a:r>
              <a:rPr lang="en-ID" sz="2000" dirty="0" err="1"/>
              <a:t>menghadirkan</a:t>
            </a:r>
            <a:r>
              <a:rPr lang="en-ID" sz="2000" dirty="0"/>
              <a:t> </a:t>
            </a:r>
            <a:r>
              <a:rPr lang="en-ID" sz="2000" dirty="0" err="1"/>
              <a:t>pengalaman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r>
              <a:rPr lang="en-ID" sz="2000" dirty="0"/>
              <a:t> yang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terorganisir</a:t>
            </a:r>
            <a:r>
              <a:rPr lang="en-ID" sz="2000" dirty="0"/>
              <a:t>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praktis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 </a:t>
            </a:r>
            <a:r>
              <a:rPr lang="en-ID" sz="2000" dirty="0" err="1"/>
              <a:t>satu</a:t>
            </a:r>
            <a:r>
              <a:rPr lang="en-ID" sz="2000" dirty="0"/>
              <a:t> platform.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id" dirty="0"/>
              <a:t>Terima Kasih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lmu Komputer TPI ITH">
  <a:themeElements>
    <a:clrScheme name="Simple Light">
      <a:dk1>
        <a:srgbClr val="383535"/>
      </a:dk1>
      <a:lt1>
        <a:srgbClr val="FFFFFF"/>
      </a:lt1>
      <a:dk2>
        <a:srgbClr val="666666"/>
      </a:dk2>
      <a:lt2>
        <a:srgbClr val="D9D9D9"/>
      </a:lt2>
      <a:accent1>
        <a:srgbClr val="003566"/>
      </a:accent1>
      <a:accent2>
        <a:srgbClr val="760000"/>
      </a:accent2>
      <a:accent3>
        <a:srgbClr val="E36414"/>
      </a:accent3>
      <a:accent4>
        <a:srgbClr val="69995D"/>
      </a:accent4>
      <a:accent5>
        <a:srgbClr val="CF6363"/>
      </a:accent5>
      <a:accent6>
        <a:srgbClr val="497FB3"/>
      </a:accent6>
      <a:hlink>
        <a:srgbClr val="FF99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295</Words>
  <Application>Microsoft Office PowerPoint</Application>
  <PresentationFormat>On-screen Show (16:9)</PresentationFormat>
  <Paragraphs>29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Roboto</vt:lpstr>
      <vt:lpstr>Fira Sans Extra Condensed</vt:lpstr>
      <vt:lpstr>Arial Narrow</vt:lpstr>
      <vt:lpstr>Ilmu Komputer TPI ITH</vt:lpstr>
      <vt:lpstr>DigiMart Pasar Digital </vt:lpstr>
      <vt:lpstr> Nama Anggota</vt:lpstr>
      <vt:lpstr>Latar Belakang </vt:lpstr>
      <vt:lpstr>Keunggulan Proyek</vt:lpstr>
      <vt:lpstr>Fitur Fitur</vt:lpstr>
      <vt:lpstr>PowerPoint Presentation</vt:lpstr>
      <vt:lpstr>PowerPoint Presentation</vt:lpstr>
      <vt:lpstr>PowerPoint Presentation</vt:lpstr>
      <vt:lpstr>PowerPoint Presentation</vt:lpstr>
      <vt:lpstr>Kesimpulan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DigiMart Pasar Digital </dc:title>
  <cp:lastModifiedBy>Izza Irena</cp:lastModifiedBy>
  <cp:revision>6</cp:revision>
  <dcterms:modified xsi:type="dcterms:W3CDTF">2025-11-02T23:41:17Z</dcterms:modified>
</cp:coreProperties>
</file>